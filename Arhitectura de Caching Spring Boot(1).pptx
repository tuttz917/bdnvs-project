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5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arget="slides/slide9.xml" Type="http://schemas.openxmlformats.org/officeDocument/2006/relationships/slide"/>  <Relationship Id="rId11" Type="http://schemas.openxmlformats.org/officeDocument/2006/relationships/presProps" Target="presProps.xml"/>  <Relationship Id="rId12" Type="http://schemas.openxmlformats.org/officeDocument/2006/relationships/viewProps" Target="viewProps.xml"/>  <Relationship Id="rId13" Type="http://schemas.openxmlformats.org/officeDocument/2006/relationships/theme" Target="theme/theme1.xml"/>  <Relationship Id="rId14" Type="http://schemas.openxmlformats.org/officeDocument/2006/relationships/tableStyles" Target="tableStyles.xml"/>  <Relationship Id="rId15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media/image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media/image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media/image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media/image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media/image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media/image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media/image7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media/image8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arget="../media/image9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9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f365f13b-6a99-4a38-b835-587665f3d44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dbe08c0a-d097-4804-9d3f-3a9962bb3ab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33a7651f-1bde-4229-9590-8b7ad7a1d9e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aafa2974-476a-450a-8a7b-e26ddcce5de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beb8c8d8-b6c5-4e31-bf22-7df603e3484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cef9db9-6681-4c5c-aefb-29ffee58f9df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a9ce1673-0627-43dd-8b8f-c9210274f6f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79e8f31-05fb-4a19-a481-ba9aeb95324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b6f1fe64-e671-4ed2-bdac-0da83b00c91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2026-01-29T02:57:55.898Z</dcterms:created>
  <dcterms:modified xsi:type="dcterms:W3CDTF">2026-01-29T02:57:55.898Z</dcterms:modified>
</cp:coreProperties>
</file>